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F5842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FCB41A">
              <a:alpha val="30000"/>
            </a:srgbClr>
          </a:solidFill>
          <a:ln/>
        </p:spPr>
      </p:sp>
      <p:pic>
        <p:nvPicPr>
          <p:cNvPr id="4" name="Image 0" descr="img/logo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CHAPTER @ SMITH PUBLIC LIBRARY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377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Checkpoint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Official GED Ready: Math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502920" cy="54864"/>
          </a:xfrm>
          <a:prstGeom prst="rect">
            <a:avLst/>
          </a:prstGeom>
          <a:solidFill>
            <a:srgbClr val="F5842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Monday, November 2 • Starts at 5:00 PM • Multipurpose Room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Tonight's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81328"/>
            <a:ext cx="402336" cy="402336"/>
          </a:xfrm>
          <a:prstGeom prst="ellipse">
            <a:avLst/>
          </a:prstGeom>
          <a:solidFill>
            <a:srgbClr val="F584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Arrive, log in to GED.com, open your test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13258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50008"/>
            <a:ext cx="402336" cy="402336"/>
          </a:xfrm>
          <a:prstGeom prst="ellipse">
            <a:avLst/>
          </a:prstGeom>
          <a:solidFill>
            <a:srgbClr val="F5842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welcome and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1945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4:55 PM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218688"/>
            <a:ext cx="402336" cy="402336"/>
          </a:xfrm>
          <a:prstGeom prst="ellipse">
            <a:avLst/>
          </a:prstGeom>
          <a:solidFill>
            <a:srgbClr val="F584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306324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together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30632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87368"/>
            <a:ext cx="402336" cy="402336"/>
          </a:xfrm>
          <a:prstGeom prst="ellipse">
            <a:avLst/>
          </a:prstGeom>
          <a:solidFill>
            <a:srgbClr val="F5842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time (about 1 hour 55 minutes)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39319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about 6:55 PM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956048"/>
            <a:ext cx="402336" cy="402336"/>
          </a:xfrm>
          <a:prstGeom prst="ellipse">
            <a:avLst/>
          </a:prstGeom>
          <a:solidFill>
            <a:srgbClr val="F5842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80060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finishers have time until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 PM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66928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824728"/>
            <a:ext cx="402336" cy="402336"/>
          </a:xfrm>
          <a:prstGeom prst="ellipse">
            <a:avLst/>
          </a:prstGeom>
          <a:solidFill>
            <a:srgbClr val="F58427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824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566928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Michelle your color, and we're done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0" y="56692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C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your test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Test Is (and Isn't)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58427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783080"/>
            <a:ext cx="1097280" cy="109728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9659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Test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official GED Ready, built by the same people who make the real GED. It shows where you are today.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80560" y="14173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77C045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0" y="1783080"/>
            <a:ext cx="1097280" cy="109728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6596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 Is Private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84632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your own score. Michelle only asks for your color. Nobody is graded and nobody is compared.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366760" y="14173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0B2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601200" y="1783080"/>
            <a:ext cx="1097280" cy="109728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96596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Way to a Free Test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73252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green and the library pays for your real GED Math test. Not green yet? You get another try.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B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Score Means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BF2"/>
          </a:solidFill>
          <a:ln w="25400">
            <a:solidFill>
              <a:srgbClr val="77C0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77C0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0" y="1463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to 200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94960" y="14630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 pass the real GED. You're ready to schedule your funded test.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BF2"/>
          </a:solidFill>
          <a:ln w="25400">
            <a:solidFill>
              <a:srgbClr val="FCB4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546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CB41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to 144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3017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there. A little more practice and you can retest at the Final Checkpoint on May 3.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BF2"/>
          </a:solidFill>
          <a:ln w="25400">
            <a:solidFill>
              <a:srgbClr val="F584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0916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5842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09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 133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45720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yet. Keep coming, use Thursday office hours, and retest May 3.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7C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is a snapshot, not a verdict. Everyone starts somewhere.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B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Launch Your 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B2E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04B9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GED.com and log in with your own account.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04B9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Study, then Practice.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04B9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703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 the Buy buttons. Click “Have a voucher code? Redeem now.”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004B9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754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the code Michelle gives you. Pick Math and click to begin.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8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Raise your hand. Please don't click Buy. You never need a credit card tonight.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B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 for the Next Two Hours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BF2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08760"/>
            <a:ext cx="685800" cy="685800"/>
          </a:xfrm>
          <a:prstGeom prst="ellipse">
            <a:avLst/>
          </a:prstGeom>
          <a:solidFill>
            <a:srgbClr val="F584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6642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4173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library Chromebook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1828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 Ready runs in the browser. No phones for the test.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BF2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743200"/>
            <a:ext cx="685800" cy="685800"/>
          </a:xfrm>
          <a:prstGeom prst="ellipse">
            <a:avLst/>
          </a:prstGeom>
          <a:solidFill>
            <a:srgbClr val="77C0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986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651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in one sitting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828800" y="3063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together and keep going. Pausing can make your score less accurate.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BF2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3977640"/>
            <a:ext cx="685800" cy="685800"/>
          </a:xfrm>
          <a:prstGeom prst="ellipse">
            <a:avLst/>
          </a:prstGeom>
          <a:solidFill>
            <a:srgbClr val="00B2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13308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8862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comes second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828800" y="42976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has no calculator. Part 2 opens the on-screen calculator.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BF2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5212080"/>
            <a:ext cx="685800" cy="685800"/>
          </a:xfrm>
          <a:prstGeom prst="ellipse">
            <a:avLst/>
          </a:prstGeom>
          <a:solidFill>
            <a:srgbClr val="004B9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36752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51206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paper is yours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828800" y="55321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 your steps. Showing your work catches mistakes.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Test-Taking Strategy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58427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783080"/>
            <a:ext cx="1097280" cy="109728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9659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Question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is always wrong. A guess might be right. There is no penalty for guessing.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80560" y="14173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77C045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0" y="1783080"/>
            <a:ext cx="1097280" cy="109728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6596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and Come Back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84632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more than a minute or two? Flag it, move on, and return if you have time.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366760" y="14173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0B2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601200" y="1783080"/>
            <a:ext cx="1097280" cy="109728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96596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Tools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73252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sheet is on screen. Use the π key and x² on the calculator in Part 2.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B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Look at your score report in your GED.com account.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your color and which skills to work on next.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4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Tell Michelle your color.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color. Your numbers stay yours.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77C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Green? The library buys your real GED Math test.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it within 2 weeks and take it within 4 weeks.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58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Yellow or red? Keep going.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office hours get an extra hour the next two weeks. Retest at the Final Checkpoint on May 3.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F58427"/>
          </a:solidFill>
          <a:ln/>
        </p:spPr>
      </p:sp>
      <p:pic>
        <p:nvPicPr>
          <p:cNvPr id="3" name="Image 0" descr="img/logo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972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Done the Work. Show It.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28800" y="3749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redeem your code, and begin when we say go.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6: Shapes, Space &amp; the Calculator</dc:title>
  <dc:subject>PptxGenJS Presentation</dc:subject>
  <dc:creator>PptxGenJS</dc:creator>
  <cp:lastModifiedBy>PptxGenJS</cp:lastModifiedBy>
  <cp:revision>1</cp:revision>
  <dcterms:created xsi:type="dcterms:W3CDTF">2026-10-26T15:54:34Z</dcterms:created>
  <dcterms:modified xsi:type="dcterms:W3CDTF">2026-10-26T15:54:34Z</dcterms:modified>
</cp:coreProperties>
</file>